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6"/>
  </p:sldMasterIdLst>
  <p:notesMasterIdLst>
    <p:notesMasterId r:id="rId19"/>
  </p:notesMasterIdLst>
  <p:sldIdLst>
    <p:sldId id="2147483647" r:id="rId7"/>
    <p:sldId id="270" r:id="rId8"/>
    <p:sldId id="275" r:id="rId9"/>
    <p:sldId id="279" r:id="rId10"/>
    <p:sldId id="278" r:id="rId11"/>
    <p:sldId id="260" r:id="rId12"/>
    <p:sldId id="258" r:id="rId13"/>
    <p:sldId id="256" r:id="rId14"/>
    <p:sldId id="2147483633" r:id="rId15"/>
    <p:sldId id="257" r:id="rId16"/>
    <p:sldId id="281" r:id="rId17"/>
    <p:sldId id="259" r:id="rId18"/>
  </p:sldIdLst>
  <p:sldSz cx="10969625" cy="6170613"/>
  <p:notesSz cx="6858000" cy="9144000"/>
  <p:custDataLst>
    <p:tags r:id="rId20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82" userDrawn="1">
          <p15:clr>
            <a:srgbClr val="A4A3A4"/>
          </p15:clr>
        </p15:guide>
        <p15:guide id="2" orient="horz" pos="35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3B6CE2-69BD-45A6-72E0-47B07446D7DC}" name="Kantas Nico (SO/SKX)" initials="NK" userId="S::knn6rt@bosch.com::da45d178-bc53-4aab-8aef-d215c524f08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98E"/>
    <a:srgbClr val="18837E"/>
    <a:srgbClr val="305496"/>
    <a:srgbClr val="CCFF99"/>
    <a:srgbClr val="B7D2A7"/>
    <a:srgbClr val="99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0400" autoAdjust="0"/>
  </p:normalViewPr>
  <p:slideViewPr>
    <p:cSldViewPr snapToGrid="0">
      <p:cViewPr varScale="1">
        <p:scale>
          <a:sx n="70" d="100"/>
          <a:sy n="70" d="100"/>
        </p:scale>
        <p:origin x="800" y="48"/>
      </p:cViewPr>
      <p:guideLst>
        <p:guide pos="3682"/>
        <p:guide orient="horz" pos="3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1EE312-DE09-49FE-87D7-30CF26D806D8}" type="doc">
      <dgm:prSet loTypeId="urn:microsoft.com/office/officeart/2005/8/layout/vList4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9A4FBF4B-F8B2-4523-965A-78F46B0B520F}">
      <dgm:prSet phldrT="[Text]"/>
      <dgm:spPr/>
      <dgm:t>
        <a:bodyPr/>
        <a:lstStyle/>
        <a:p>
          <a:r>
            <a:rPr lang="en-US" dirty="0"/>
            <a:t>Functionality without internet</a:t>
          </a:r>
          <a:endParaRPr lang="en-DE" dirty="0"/>
        </a:p>
      </dgm:t>
    </dgm:pt>
    <dgm:pt modelId="{6C2051DB-7AC6-41BB-80FA-95CA72A67D92}" type="parTrans" cxnId="{DD7D6DB0-40CE-4671-8ECE-043B53631DE4}">
      <dgm:prSet/>
      <dgm:spPr/>
      <dgm:t>
        <a:bodyPr/>
        <a:lstStyle/>
        <a:p>
          <a:endParaRPr lang="en-DE"/>
        </a:p>
      </dgm:t>
    </dgm:pt>
    <dgm:pt modelId="{9466520E-756C-46D9-93D5-FAACE914CD23}" type="sibTrans" cxnId="{DD7D6DB0-40CE-4671-8ECE-043B53631DE4}">
      <dgm:prSet/>
      <dgm:spPr/>
      <dgm:t>
        <a:bodyPr/>
        <a:lstStyle/>
        <a:p>
          <a:endParaRPr lang="en-DE"/>
        </a:p>
      </dgm:t>
    </dgm:pt>
    <dgm:pt modelId="{17723F98-CBED-477F-8965-0634CC410409}">
      <dgm:prSet phldrT="[Text]"/>
      <dgm:spPr/>
      <dgm:t>
        <a:bodyPr/>
        <a:lstStyle/>
        <a:p>
          <a:r>
            <a:rPr lang="en-US" dirty="0"/>
            <a:t>Rural areas and Tunnels are covered</a:t>
          </a:r>
          <a:endParaRPr lang="en-DE" dirty="0"/>
        </a:p>
      </dgm:t>
    </dgm:pt>
    <dgm:pt modelId="{38EA31DF-A834-40DA-98DB-DAECC7FBFAC6}" type="parTrans" cxnId="{9098A5E9-C9AB-4442-870B-2D5909875F6B}">
      <dgm:prSet/>
      <dgm:spPr/>
      <dgm:t>
        <a:bodyPr/>
        <a:lstStyle/>
        <a:p>
          <a:endParaRPr lang="en-DE"/>
        </a:p>
      </dgm:t>
    </dgm:pt>
    <dgm:pt modelId="{B4474686-DF3D-42CC-AF68-29EB50AA1033}" type="sibTrans" cxnId="{9098A5E9-C9AB-4442-870B-2D5909875F6B}">
      <dgm:prSet/>
      <dgm:spPr/>
      <dgm:t>
        <a:bodyPr/>
        <a:lstStyle/>
        <a:p>
          <a:endParaRPr lang="en-DE"/>
        </a:p>
      </dgm:t>
    </dgm:pt>
    <dgm:pt modelId="{C94BAFFE-5F65-43D3-82BC-4EA26959B92F}">
      <dgm:prSet phldrT="[Text]"/>
      <dgm:spPr/>
      <dgm:t>
        <a:bodyPr/>
        <a:lstStyle/>
        <a:p>
          <a:r>
            <a:rPr lang="en-US" dirty="0"/>
            <a:t>Saving cloud cost</a:t>
          </a:r>
          <a:endParaRPr lang="en-DE" dirty="0"/>
        </a:p>
      </dgm:t>
    </dgm:pt>
    <dgm:pt modelId="{672060DE-61D7-4543-8A0D-2B37BD9CCBF8}" type="parTrans" cxnId="{5FFCDB0D-7134-4569-9404-9F2DB31C2246}">
      <dgm:prSet/>
      <dgm:spPr/>
      <dgm:t>
        <a:bodyPr/>
        <a:lstStyle/>
        <a:p>
          <a:endParaRPr lang="en-DE"/>
        </a:p>
      </dgm:t>
    </dgm:pt>
    <dgm:pt modelId="{1E104D3A-1FF0-4B74-9CA2-DABA0F8C581E}" type="sibTrans" cxnId="{5FFCDB0D-7134-4569-9404-9F2DB31C2246}">
      <dgm:prSet/>
      <dgm:spPr/>
      <dgm:t>
        <a:bodyPr/>
        <a:lstStyle/>
        <a:p>
          <a:endParaRPr lang="en-DE"/>
        </a:p>
      </dgm:t>
    </dgm:pt>
    <dgm:pt modelId="{C4FDAB8C-28A5-4A97-9846-E2DAAD99C474}">
      <dgm:prSet phldrT="[Text]"/>
      <dgm:spPr/>
      <dgm:t>
        <a:bodyPr/>
        <a:lstStyle/>
        <a:p>
          <a:r>
            <a:rPr lang="en-US" dirty="0"/>
            <a:t>Intelligent use of available infrastructure</a:t>
          </a:r>
          <a:endParaRPr lang="en-DE" dirty="0"/>
        </a:p>
      </dgm:t>
    </dgm:pt>
    <dgm:pt modelId="{10AEC4F4-9A4C-4E8F-8509-84A48BAAEC86}" type="parTrans" cxnId="{56873BBF-67B6-4AD6-8E61-BCA9902717CC}">
      <dgm:prSet/>
      <dgm:spPr/>
      <dgm:t>
        <a:bodyPr/>
        <a:lstStyle/>
        <a:p>
          <a:endParaRPr lang="en-DE"/>
        </a:p>
      </dgm:t>
    </dgm:pt>
    <dgm:pt modelId="{195E6653-8D1C-4A4A-A4BD-72A18B012449}" type="sibTrans" cxnId="{56873BBF-67B6-4AD6-8E61-BCA9902717CC}">
      <dgm:prSet/>
      <dgm:spPr/>
      <dgm:t>
        <a:bodyPr/>
        <a:lstStyle/>
        <a:p>
          <a:endParaRPr lang="en-DE"/>
        </a:p>
      </dgm:t>
    </dgm:pt>
    <dgm:pt modelId="{30B5D0C9-7EA9-40F0-A50B-4EE6E6A1A439}">
      <dgm:prSet phldrT="[Text]"/>
      <dgm:spPr/>
      <dgm:t>
        <a:bodyPr/>
        <a:lstStyle/>
        <a:p>
          <a:r>
            <a:rPr lang="en-US" dirty="0"/>
            <a:t>Cost saving by 50%</a:t>
          </a:r>
          <a:endParaRPr lang="en-DE" dirty="0"/>
        </a:p>
      </dgm:t>
    </dgm:pt>
    <dgm:pt modelId="{476A3597-3257-4067-BAD1-A9F81A917E7B}" type="parTrans" cxnId="{B066C268-2FFD-4752-AC9A-D81DAD5D1AC4}">
      <dgm:prSet/>
      <dgm:spPr/>
      <dgm:t>
        <a:bodyPr/>
        <a:lstStyle/>
        <a:p>
          <a:endParaRPr lang="en-DE"/>
        </a:p>
      </dgm:t>
    </dgm:pt>
    <dgm:pt modelId="{BE39A459-403F-4DDD-AC80-8FE4851B2F6E}" type="sibTrans" cxnId="{B066C268-2FFD-4752-AC9A-D81DAD5D1AC4}">
      <dgm:prSet/>
      <dgm:spPr/>
      <dgm:t>
        <a:bodyPr/>
        <a:lstStyle/>
        <a:p>
          <a:endParaRPr lang="en-DE"/>
        </a:p>
      </dgm:t>
    </dgm:pt>
    <dgm:pt modelId="{E873CF3F-0A8E-45DB-A2FF-02ABF89E2BA7}">
      <dgm:prSet phldrT="[Text]"/>
      <dgm:spPr/>
      <dgm:t>
        <a:bodyPr/>
        <a:lstStyle/>
        <a:p>
          <a:r>
            <a:rPr lang="en-US" dirty="0"/>
            <a:t>Data Security</a:t>
          </a:r>
          <a:endParaRPr lang="en-DE" dirty="0"/>
        </a:p>
      </dgm:t>
    </dgm:pt>
    <dgm:pt modelId="{8EB272AA-652C-4083-892B-2B2E5A828905}" type="parTrans" cxnId="{A6E7E7E1-0941-4EB4-8EBB-65ED11ADEE5E}">
      <dgm:prSet/>
      <dgm:spPr/>
      <dgm:t>
        <a:bodyPr/>
        <a:lstStyle/>
        <a:p>
          <a:endParaRPr lang="en-DE"/>
        </a:p>
      </dgm:t>
    </dgm:pt>
    <dgm:pt modelId="{6C0938E2-1928-4D31-8A40-58F2D6F403EC}" type="sibTrans" cxnId="{A6E7E7E1-0941-4EB4-8EBB-65ED11ADEE5E}">
      <dgm:prSet/>
      <dgm:spPr/>
      <dgm:t>
        <a:bodyPr/>
        <a:lstStyle/>
        <a:p>
          <a:endParaRPr lang="en-DE"/>
        </a:p>
      </dgm:t>
    </dgm:pt>
    <dgm:pt modelId="{C3705CC5-04F6-41B9-8BA9-587E75690D55}">
      <dgm:prSet phldrT="[Text]"/>
      <dgm:spPr/>
      <dgm:t>
        <a:bodyPr/>
        <a:lstStyle/>
        <a:p>
          <a:r>
            <a:rPr lang="en-US" dirty="0"/>
            <a:t>Improved security due to local/on-prem execution</a:t>
          </a:r>
          <a:endParaRPr lang="en-DE" dirty="0"/>
        </a:p>
      </dgm:t>
    </dgm:pt>
    <dgm:pt modelId="{E481EEF6-107F-4693-9C77-0A5A5C9A5C2D}" type="parTrans" cxnId="{047AC8B3-F7F8-463C-B283-E1FA9D656D85}">
      <dgm:prSet/>
      <dgm:spPr/>
      <dgm:t>
        <a:bodyPr/>
        <a:lstStyle/>
        <a:p>
          <a:endParaRPr lang="en-DE"/>
        </a:p>
      </dgm:t>
    </dgm:pt>
    <dgm:pt modelId="{E7CEE04F-4097-4F40-A621-968991E33DB5}" type="sibTrans" cxnId="{047AC8B3-F7F8-463C-B283-E1FA9D656D85}">
      <dgm:prSet/>
      <dgm:spPr/>
      <dgm:t>
        <a:bodyPr/>
        <a:lstStyle/>
        <a:p>
          <a:endParaRPr lang="en-DE"/>
        </a:p>
      </dgm:t>
    </dgm:pt>
    <dgm:pt modelId="{709977CE-6FE8-44F4-ADAF-B5165F42C0EC}">
      <dgm:prSet phldrT="[Text]"/>
      <dgm:spPr/>
      <dgm:t>
        <a:bodyPr/>
        <a:lstStyle/>
        <a:p>
          <a:r>
            <a:rPr lang="en-US" dirty="0"/>
            <a:t>Increase CX, differentiating functionality</a:t>
          </a:r>
          <a:endParaRPr lang="en-DE" dirty="0"/>
        </a:p>
      </dgm:t>
    </dgm:pt>
    <dgm:pt modelId="{5EAE5E3C-5F57-4ED4-9387-E99B825EBBE6}" type="parTrans" cxnId="{7A747835-012D-4AF9-89A1-7ECBB7F0A47B}">
      <dgm:prSet/>
      <dgm:spPr/>
      <dgm:t>
        <a:bodyPr/>
        <a:lstStyle/>
        <a:p>
          <a:endParaRPr lang="en-DE"/>
        </a:p>
      </dgm:t>
    </dgm:pt>
    <dgm:pt modelId="{1587F35B-428D-4314-BA18-8FB967377283}" type="sibTrans" cxnId="{7A747835-012D-4AF9-89A1-7ECBB7F0A47B}">
      <dgm:prSet/>
      <dgm:spPr/>
      <dgm:t>
        <a:bodyPr/>
        <a:lstStyle/>
        <a:p>
          <a:endParaRPr lang="en-DE"/>
        </a:p>
      </dgm:t>
    </dgm:pt>
    <dgm:pt modelId="{0F6D654B-B197-40C6-9582-2BF175BB6685}" type="pres">
      <dgm:prSet presAssocID="{C41EE312-DE09-49FE-87D7-30CF26D806D8}" presName="linear" presStyleCnt="0">
        <dgm:presLayoutVars>
          <dgm:dir/>
          <dgm:resizeHandles val="exact"/>
        </dgm:presLayoutVars>
      </dgm:prSet>
      <dgm:spPr/>
    </dgm:pt>
    <dgm:pt modelId="{9062C30F-2BB1-4CFC-8679-ADEA520D30FF}" type="pres">
      <dgm:prSet presAssocID="{9A4FBF4B-F8B2-4523-965A-78F46B0B520F}" presName="comp" presStyleCnt="0"/>
      <dgm:spPr/>
    </dgm:pt>
    <dgm:pt modelId="{E88572AD-2956-47E7-8223-6AFD4B6F23D2}" type="pres">
      <dgm:prSet presAssocID="{9A4FBF4B-F8B2-4523-965A-78F46B0B520F}" presName="box" presStyleLbl="node1" presStyleIdx="0" presStyleCnt="3"/>
      <dgm:spPr/>
    </dgm:pt>
    <dgm:pt modelId="{CEA97893-3260-4661-8022-C5E6FA9A40B0}" type="pres">
      <dgm:prSet presAssocID="{9A4FBF4B-F8B2-4523-965A-78F46B0B520F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</dgm:spPr>
    </dgm:pt>
    <dgm:pt modelId="{6E2FF02F-2BC7-4079-808E-2BDD66D515CD}" type="pres">
      <dgm:prSet presAssocID="{9A4FBF4B-F8B2-4523-965A-78F46B0B520F}" presName="text" presStyleLbl="node1" presStyleIdx="0" presStyleCnt="3">
        <dgm:presLayoutVars>
          <dgm:bulletEnabled val="1"/>
        </dgm:presLayoutVars>
      </dgm:prSet>
      <dgm:spPr/>
    </dgm:pt>
    <dgm:pt modelId="{D251B625-0277-47D2-9D74-3F240FA9FB06}" type="pres">
      <dgm:prSet presAssocID="{9466520E-756C-46D9-93D5-FAACE914CD23}" presName="spacer" presStyleCnt="0"/>
      <dgm:spPr/>
    </dgm:pt>
    <dgm:pt modelId="{D23DBCD5-B37C-49FE-982B-4382901DF1A6}" type="pres">
      <dgm:prSet presAssocID="{C94BAFFE-5F65-43D3-82BC-4EA26959B92F}" presName="comp" presStyleCnt="0"/>
      <dgm:spPr/>
    </dgm:pt>
    <dgm:pt modelId="{BAB922AB-BC83-4377-A4C1-7243FE8DB4C1}" type="pres">
      <dgm:prSet presAssocID="{C94BAFFE-5F65-43D3-82BC-4EA26959B92F}" presName="box" presStyleLbl="node1" presStyleIdx="1" presStyleCnt="3"/>
      <dgm:spPr/>
    </dgm:pt>
    <dgm:pt modelId="{F29DB308-3A8F-4071-93B8-0B5312F67D62}" type="pres">
      <dgm:prSet presAssocID="{C94BAFFE-5F65-43D3-82BC-4EA26959B92F}" presName="img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11000" b="-11000"/>
          </a:stretch>
        </a:blipFill>
      </dgm:spPr>
    </dgm:pt>
    <dgm:pt modelId="{298CD1B5-52E1-4C0D-8EC5-E3C29DAF0D7E}" type="pres">
      <dgm:prSet presAssocID="{C94BAFFE-5F65-43D3-82BC-4EA26959B92F}" presName="text" presStyleLbl="node1" presStyleIdx="1" presStyleCnt="3">
        <dgm:presLayoutVars>
          <dgm:bulletEnabled val="1"/>
        </dgm:presLayoutVars>
      </dgm:prSet>
      <dgm:spPr/>
    </dgm:pt>
    <dgm:pt modelId="{1171CF85-0A1A-41AF-931C-1B355357009D}" type="pres">
      <dgm:prSet presAssocID="{1E104D3A-1FF0-4B74-9CA2-DABA0F8C581E}" presName="spacer" presStyleCnt="0"/>
      <dgm:spPr/>
    </dgm:pt>
    <dgm:pt modelId="{A0614C6D-5C79-48D2-A84B-D3191B9DD3F7}" type="pres">
      <dgm:prSet presAssocID="{E873CF3F-0A8E-45DB-A2FF-02ABF89E2BA7}" presName="comp" presStyleCnt="0"/>
      <dgm:spPr/>
    </dgm:pt>
    <dgm:pt modelId="{066ABC19-D57F-4D6F-B5AE-0734B5ED76CA}" type="pres">
      <dgm:prSet presAssocID="{E873CF3F-0A8E-45DB-A2FF-02ABF89E2BA7}" presName="box" presStyleLbl="node1" presStyleIdx="2" presStyleCnt="3"/>
      <dgm:spPr/>
    </dgm:pt>
    <dgm:pt modelId="{893187C4-FD56-4E09-9B82-582009894266}" type="pres">
      <dgm:prSet presAssocID="{E873CF3F-0A8E-45DB-A2FF-02ABF89E2BA7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</dgm:pt>
    <dgm:pt modelId="{30405C20-A621-4F04-A9CA-9E4C229EBF2F}" type="pres">
      <dgm:prSet presAssocID="{E873CF3F-0A8E-45DB-A2FF-02ABF89E2BA7}" presName="text" presStyleLbl="node1" presStyleIdx="2" presStyleCnt="3">
        <dgm:presLayoutVars>
          <dgm:bulletEnabled val="1"/>
        </dgm:presLayoutVars>
      </dgm:prSet>
      <dgm:spPr/>
    </dgm:pt>
  </dgm:ptLst>
  <dgm:cxnLst>
    <dgm:cxn modelId="{2F6CB209-5D28-4925-8A18-127604427ED3}" type="presOf" srcId="{C94BAFFE-5F65-43D3-82BC-4EA26959B92F}" destId="{298CD1B5-52E1-4C0D-8EC5-E3C29DAF0D7E}" srcOrd="1" destOrd="0" presId="urn:microsoft.com/office/officeart/2005/8/layout/vList4"/>
    <dgm:cxn modelId="{C7CCB809-4F93-4F36-8A8B-9B5275D914DB}" type="presOf" srcId="{C3705CC5-04F6-41B9-8BA9-587E75690D55}" destId="{066ABC19-D57F-4D6F-B5AE-0734B5ED76CA}" srcOrd="0" destOrd="1" presId="urn:microsoft.com/office/officeart/2005/8/layout/vList4"/>
    <dgm:cxn modelId="{5FFCDB0D-7134-4569-9404-9F2DB31C2246}" srcId="{C41EE312-DE09-49FE-87D7-30CF26D806D8}" destId="{C94BAFFE-5F65-43D3-82BC-4EA26959B92F}" srcOrd="1" destOrd="0" parTransId="{672060DE-61D7-4543-8A0D-2B37BD9CCBF8}" sibTransId="{1E104D3A-1FF0-4B74-9CA2-DABA0F8C581E}"/>
    <dgm:cxn modelId="{8F22670F-4693-4B8D-9024-C76BB4133D59}" type="presOf" srcId="{30B5D0C9-7EA9-40F0-A50B-4EE6E6A1A439}" destId="{298CD1B5-52E1-4C0D-8EC5-E3C29DAF0D7E}" srcOrd="1" destOrd="2" presId="urn:microsoft.com/office/officeart/2005/8/layout/vList4"/>
    <dgm:cxn modelId="{1BB25613-856E-47C1-95C4-CFC6B9DAD81B}" type="presOf" srcId="{9A4FBF4B-F8B2-4523-965A-78F46B0B520F}" destId="{E88572AD-2956-47E7-8223-6AFD4B6F23D2}" srcOrd="0" destOrd="0" presId="urn:microsoft.com/office/officeart/2005/8/layout/vList4"/>
    <dgm:cxn modelId="{0667B619-2E9B-4F7F-8CFC-5692533FA700}" type="presOf" srcId="{30B5D0C9-7EA9-40F0-A50B-4EE6E6A1A439}" destId="{BAB922AB-BC83-4377-A4C1-7243FE8DB4C1}" srcOrd="0" destOrd="2" presId="urn:microsoft.com/office/officeart/2005/8/layout/vList4"/>
    <dgm:cxn modelId="{7A747835-012D-4AF9-89A1-7ECBB7F0A47B}" srcId="{9A4FBF4B-F8B2-4523-965A-78F46B0B520F}" destId="{709977CE-6FE8-44F4-ADAF-B5165F42C0EC}" srcOrd="1" destOrd="0" parTransId="{5EAE5E3C-5F57-4ED4-9387-E99B825EBBE6}" sibTransId="{1587F35B-428D-4314-BA18-8FB967377283}"/>
    <dgm:cxn modelId="{2A17585E-E611-4382-AA67-EE880B3A5337}" type="presOf" srcId="{E873CF3F-0A8E-45DB-A2FF-02ABF89E2BA7}" destId="{30405C20-A621-4F04-A9CA-9E4C229EBF2F}" srcOrd="1" destOrd="0" presId="urn:microsoft.com/office/officeart/2005/8/layout/vList4"/>
    <dgm:cxn modelId="{FB1D5A60-75F5-4C84-BF80-E801C4C30331}" type="presOf" srcId="{C3705CC5-04F6-41B9-8BA9-587E75690D55}" destId="{30405C20-A621-4F04-A9CA-9E4C229EBF2F}" srcOrd="1" destOrd="1" presId="urn:microsoft.com/office/officeart/2005/8/layout/vList4"/>
    <dgm:cxn modelId="{B066C268-2FFD-4752-AC9A-D81DAD5D1AC4}" srcId="{C94BAFFE-5F65-43D3-82BC-4EA26959B92F}" destId="{30B5D0C9-7EA9-40F0-A50B-4EE6E6A1A439}" srcOrd="1" destOrd="0" parTransId="{476A3597-3257-4067-BAD1-A9F81A917E7B}" sibTransId="{BE39A459-403F-4DDD-AC80-8FE4851B2F6E}"/>
    <dgm:cxn modelId="{BDE5B84F-903E-48A6-812C-125B3DB7F8E4}" type="presOf" srcId="{709977CE-6FE8-44F4-ADAF-B5165F42C0EC}" destId="{E88572AD-2956-47E7-8223-6AFD4B6F23D2}" srcOrd="0" destOrd="2" presId="urn:microsoft.com/office/officeart/2005/8/layout/vList4"/>
    <dgm:cxn modelId="{ECFC177E-87B4-420F-A6F9-C227B4B4882B}" type="presOf" srcId="{9A4FBF4B-F8B2-4523-965A-78F46B0B520F}" destId="{6E2FF02F-2BC7-4079-808E-2BDD66D515CD}" srcOrd="1" destOrd="0" presId="urn:microsoft.com/office/officeart/2005/8/layout/vList4"/>
    <dgm:cxn modelId="{6997407E-DA17-49BC-B775-E4C891552630}" type="presOf" srcId="{C4FDAB8C-28A5-4A97-9846-E2DAAD99C474}" destId="{298CD1B5-52E1-4C0D-8EC5-E3C29DAF0D7E}" srcOrd="1" destOrd="1" presId="urn:microsoft.com/office/officeart/2005/8/layout/vList4"/>
    <dgm:cxn modelId="{28215886-867D-4D25-BD0F-B0D47B1FBDA8}" type="presOf" srcId="{C4FDAB8C-28A5-4A97-9846-E2DAAD99C474}" destId="{BAB922AB-BC83-4377-A4C1-7243FE8DB4C1}" srcOrd="0" destOrd="1" presId="urn:microsoft.com/office/officeart/2005/8/layout/vList4"/>
    <dgm:cxn modelId="{0D151FA7-0628-4833-AF22-4DE0A2D482D9}" type="presOf" srcId="{709977CE-6FE8-44F4-ADAF-B5165F42C0EC}" destId="{6E2FF02F-2BC7-4079-808E-2BDD66D515CD}" srcOrd="1" destOrd="2" presId="urn:microsoft.com/office/officeart/2005/8/layout/vList4"/>
    <dgm:cxn modelId="{DD7D6DB0-40CE-4671-8ECE-043B53631DE4}" srcId="{C41EE312-DE09-49FE-87D7-30CF26D806D8}" destId="{9A4FBF4B-F8B2-4523-965A-78F46B0B520F}" srcOrd="0" destOrd="0" parTransId="{6C2051DB-7AC6-41BB-80FA-95CA72A67D92}" sibTransId="{9466520E-756C-46D9-93D5-FAACE914CD23}"/>
    <dgm:cxn modelId="{047AC8B3-F7F8-463C-B283-E1FA9D656D85}" srcId="{E873CF3F-0A8E-45DB-A2FF-02ABF89E2BA7}" destId="{C3705CC5-04F6-41B9-8BA9-587E75690D55}" srcOrd="0" destOrd="0" parTransId="{E481EEF6-107F-4693-9C77-0A5A5C9A5C2D}" sibTransId="{E7CEE04F-4097-4F40-A621-968991E33DB5}"/>
    <dgm:cxn modelId="{56873BBF-67B6-4AD6-8E61-BCA9902717CC}" srcId="{C94BAFFE-5F65-43D3-82BC-4EA26959B92F}" destId="{C4FDAB8C-28A5-4A97-9846-E2DAAD99C474}" srcOrd="0" destOrd="0" parTransId="{10AEC4F4-9A4C-4E8F-8509-84A48BAAEC86}" sibTransId="{195E6653-8D1C-4A4A-A4BD-72A18B012449}"/>
    <dgm:cxn modelId="{6DE065CB-32AB-4E2F-A1DB-EE0B3FE99ED9}" type="presOf" srcId="{17723F98-CBED-477F-8965-0634CC410409}" destId="{6E2FF02F-2BC7-4079-808E-2BDD66D515CD}" srcOrd="1" destOrd="1" presId="urn:microsoft.com/office/officeart/2005/8/layout/vList4"/>
    <dgm:cxn modelId="{46435BD6-F3B2-4F68-BD79-0DC1BC3DEA09}" type="presOf" srcId="{17723F98-CBED-477F-8965-0634CC410409}" destId="{E88572AD-2956-47E7-8223-6AFD4B6F23D2}" srcOrd="0" destOrd="1" presId="urn:microsoft.com/office/officeart/2005/8/layout/vList4"/>
    <dgm:cxn modelId="{EBA931D7-09A2-46F1-92BE-160D38DBE15D}" type="presOf" srcId="{E873CF3F-0A8E-45DB-A2FF-02ABF89E2BA7}" destId="{066ABC19-D57F-4D6F-B5AE-0734B5ED76CA}" srcOrd="0" destOrd="0" presId="urn:microsoft.com/office/officeart/2005/8/layout/vList4"/>
    <dgm:cxn modelId="{A6E7E7E1-0941-4EB4-8EBB-65ED11ADEE5E}" srcId="{C41EE312-DE09-49FE-87D7-30CF26D806D8}" destId="{E873CF3F-0A8E-45DB-A2FF-02ABF89E2BA7}" srcOrd="2" destOrd="0" parTransId="{8EB272AA-652C-4083-892B-2B2E5A828905}" sibTransId="{6C0938E2-1928-4D31-8A40-58F2D6F403EC}"/>
    <dgm:cxn modelId="{CEE8AEE6-1DE2-4E55-8F24-B3B50F56E3A6}" type="presOf" srcId="{C94BAFFE-5F65-43D3-82BC-4EA26959B92F}" destId="{BAB922AB-BC83-4377-A4C1-7243FE8DB4C1}" srcOrd="0" destOrd="0" presId="urn:microsoft.com/office/officeart/2005/8/layout/vList4"/>
    <dgm:cxn modelId="{733D90E7-B762-40DB-B75C-9C7D5CEA6D95}" type="presOf" srcId="{C41EE312-DE09-49FE-87D7-30CF26D806D8}" destId="{0F6D654B-B197-40C6-9582-2BF175BB6685}" srcOrd="0" destOrd="0" presId="urn:microsoft.com/office/officeart/2005/8/layout/vList4"/>
    <dgm:cxn modelId="{9098A5E9-C9AB-4442-870B-2D5909875F6B}" srcId="{9A4FBF4B-F8B2-4523-965A-78F46B0B520F}" destId="{17723F98-CBED-477F-8965-0634CC410409}" srcOrd="0" destOrd="0" parTransId="{38EA31DF-A834-40DA-98DB-DAECC7FBFAC6}" sibTransId="{B4474686-DF3D-42CC-AF68-29EB50AA1033}"/>
    <dgm:cxn modelId="{ABE4D806-5131-4FD4-9EC4-E5C6D94295A7}" type="presParOf" srcId="{0F6D654B-B197-40C6-9582-2BF175BB6685}" destId="{9062C30F-2BB1-4CFC-8679-ADEA520D30FF}" srcOrd="0" destOrd="0" presId="urn:microsoft.com/office/officeart/2005/8/layout/vList4"/>
    <dgm:cxn modelId="{B104E5BD-AE27-47CA-985C-4F95CFB0BB1C}" type="presParOf" srcId="{9062C30F-2BB1-4CFC-8679-ADEA520D30FF}" destId="{E88572AD-2956-47E7-8223-6AFD4B6F23D2}" srcOrd="0" destOrd="0" presId="urn:microsoft.com/office/officeart/2005/8/layout/vList4"/>
    <dgm:cxn modelId="{8896AABF-22F5-42F3-B35B-8517A4E7FDEC}" type="presParOf" srcId="{9062C30F-2BB1-4CFC-8679-ADEA520D30FF}" destId="{CEA97893-3260-4661-8022-C5E6FA9A40B0}" srcOrd="1" destOrd="0" presId="urn:microsoft.com/office/officeart/2005/8/layout/vList4"/>
    <dgm:cxn modelId="{EF356E4B-70E5-4E86-AC6B-BD0262F9B275}" type="presParOf" srcId="{9062C30F-2BB1-4CFC-8679-ADEA520D30FF}" destId="{6E2FF02F-2BC7-4079-808E-2BDD66D515CD}" srcOrd="2" destOrd="0" presId="urn:microsoft.com/office/officeart/2005/8/layout/vList4"/>
    <dgm:cxn modelId="{2135A351-FB97-41B7-9D6D-1402E0652704}" type="presParOf" srcId="{0F6D654B-B197-40C6-9582-2BF175BB6685}" destId="{D251B625-0277-47D2-9D74-3F240FA9FB06}" srcOrd="1" destOrd="0" presId="urn:microsoft.com/office/officeart/2005/8/layout/vList4"/>
    <dgm:cxn modelId="{33119FF7-BBF3-4825-89A6-5C8B838051FB}" type="presParOf" srcId="{0F6D654B-B197-40C6-9582-2BF175BB6685}" destId="{D23DBCD5-B37C-49FE-982B-4382901DF1A6}" srcOrd="2" destOrd="0" presId="urn:microsoft.com/office/officeart/2005/8/layout/vList4"/>
    <dgm:cxn modelId="{AA5BA733-DE2C-43E8-8743-E5556F2ECCE7}" type="presParOf" srcId="{D23DBCD5-B37C-49FE-982B-4382901DF1A6}" destId="{BAB922AB-BC83-4377-A4C1-7243FE8DB4C1}" srcOrd="0" destOrd="0" presId="urn:microsoft.com/office/officeart/2005/8/layout/vList4"/>
    <dgm:cxn modelId="{E47DD249-9A8A-47E5-9E2F-056D103E949F}" type="presParOf" srcId="{D23DBCD5-B37C-49FE-982B-4382901DF1A6}" destId="{F29DB308-3A8F-4071-93B8-0B5312F67D62}" srcOrd="1" destOrd="0" presId="urn:microsoft.com/office/officeart/2005/8/layout/vList4"/>
    <dgm:cxn modelId="{2726F4D7-00FC-4B01-98F8-1B3FBE866E3E}" type="presParOf" srcId="{D23DBCD5-B37C-49FE-982B-4382901DF1A6}" destId="{298CD1B5-52E1-4C0D-8EC5-E3C29DAF0D7E}" srcOrd="2" destOrd="0" presId="urn:microsoft.com/office/officeart/2005/8/layout/vList4"/>
    <dgm:cxn modelId="{DCF5ADF1-22C7-4B5D-BD5B-9C6C39B735AF}" type="presParOf" srcId="{0F6D654B-B197-40C6-9582-2BF175BB6685}" destId="{1171CF85-0A1A-41AF-931C-1B355357009D}" srcOrd="3" destOrd="0" presId="urn:microsoft.com/office/officeart/2005/8/layout/vList4"/>
    <dgm:cxn modelId="{71D3AB9B-833E-47D0-9263-4825D112B27C}" type="presParOf" srcId="{0F6D654B-B197-40C6-9582-2BF175BB6685}" destId="{A0614C6D-5C79-48D2-A84B-D3191B9DD3F7}" srcOrd="4" destOrd="0" presId="urn:microsoft.com/office/officeart/2005/8/layout/vList4"/>
    <dgm:cxn modelId="{1EB2E173-39A2-4CD5-A54C-31223FE43A56}" type="presParOf" srcId="{A0614C6D-5C79-48D2-A84B-D3191B9DD3F7}" destId="{066ABC19-D57F-4D6F-B5AE-0734B5ED76CA}" srcOrd="0" destOrd="0" presId="urn:microsoft.com/office/officeart/2005/8/layout/vList4"/>
    <dgm:cxn modelId="{98CC702F-D7A6-4674-B94C-302B1F3DA175}" type="presParOf" srcId="{A0614C6D-5C79-48D2-A84B-D3191B9DD3F7}" destId="{893187C4-FD56-4E09-9B82-582009894266}" srcOrd="1" destOrd="0" presId="urn:microsoft.com/office/officeart/2005/8/layout/vList4"/>
    <dgm:cxn modelId="{FCDB1213-D7DF-4B40-9BF8-8EDC62601398}" type="presParOf" srcId="{A0614C6D-5C79-48D2-A84B-D3191B9DD3F7}" destId="{30405C20-A621-4F04-A9CA-9E4C229EBF2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3A46D5-0A21-42BE-ADAE-24DD11CE9D26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47A2014B-B809-49ED-8925-7DCD4324D87F}">
      <dgm:prSet phldrT="[Text]"/>
      <dgm:spPr/>
      <dgm:t>
        <a:bodyPr/>
        <a:lstStyle/>
        <a:p>
          <a:r>
            <a:rPr lang="en-US" dirty="0"/>
            <a:t>MVP</a:t>
          </a:r>
          <a:endParaRPr lang="en-DE" dirty="0"/>
        </a:p>
      </dgm:t>
    </dgm:pt>
    <dgm:pt modelId="{82818F10-A9FC-4976-BDEA-EAE0EF8D9F6C}" type="parTrans" cxnId="{75CA7D01-471D-44F2-895A-9A8368B9B589}">
      <dgm:prSet/>
      <dgm:spPr/>
      <dgm:t>
        <a:bodyPr/>
        <a:lstStyle/>
        <a:p>
          <a:endParaRPr lang="en-DE"/>
        </a:p>
      </dgm:t>
    </dgm:pt>
    <dgm:pt modelId="{F8D34CC2-B5C9-4034-B80F-E35455006BC6}" type="sibTrans" cxnId="{75CA7D01-471D-44F2-895A-9A8368B9B589}">
      <dgm:prSet/>
      <dgm:spPr/>
      <dgm:t>
        <a:bodyPr/>
        <a:lstStyle/>
        <a:p>
          <a:endParaRPr lang="en-DE"/>
        </a:p>
      </dgm:t>
    </dgm:pt>
    <dgm:pt modelId="{12D590E7-64C9-442D-B4DB-44558A4B7420}">
      <dgm:prSet phldrT="[Text]"/>
      <dgm:spPr/>
      <dgm:t>
        <a:bodyPr/>
        <a:lstStyle/>
        <a:p>
          <a:r>
            <a:rPr lang="en-US" dirty="0"/>
            <a:t>Proving Functionality</a:t>
          </a:r>
        </a:p>
        <a:p>
          <a:r>
            <a:rPr lang="en-US" dirty="0"/>
            <a:t>- Finding a collaboration partner to test hypothesis</a:t>
          </a:r>
          <a:endParaRPr lang="en-DE" dirty="0"/>
        </a:p>
      </dgm:t>
    </dgm:pt>
    <dgm:pt modelId="{BBCD02DC-03B6-4B23-A84B-C2443B0752CF}" type="parTrans" cxnId="{E4FEBBB6-9C0E-464E-95C0-F7F3F5410635}">
      <dgm:prSet/>
      <dgm:spPr/>
      <dgm:t>
        <a:bodyPr/>
        <a:lstStyle/>
        <a:p>
          <a:endParaRPr lang="en-DE"/>
        </a:p>
      </dgm:t>
    </dgm:pt>
    <dgm:pt modelId="{3084101F-FD9B-4019-96AF-2EB717C89A9C}" type="sibTrans" cxnId="{E4FEBBB6-9C0E-464E-95C0-F7F3F5410635}">
      <dgm:prSet/>
      <dgm:spPr/>
      <dgm:t>
        <a:bodyPr/>
        <a:lstStyle/>
        <a:p>
          <a:endParaRPr lang="en-DE"/>
        </a:p>
      </dgm:t>
    </dgm:pt>
    <dgm:pt modelId="{4C0BD7C3-938F-4CCB-962A-D580048E4238}">
      <dgm:prSet phldrT="[Text]"/>
      <dgm:spPr/>
      <dgm:t>
        <a:bodyPr/>
        <a:lstStyle/>
        <a:p>
          <a:r>
            <a:rPr lang="en-US" dirty="0"/>
            <a:t>1</a:t>
          </a:r>
          <a:r>
            <a:rPr lang="en-US" baseline="30000" dirty="0"/>
            <a:t>st</a:t>
          </a:r>
          <a:r>
            <a:rPr lang="en-US" dirty="0"/>
            <a:t> Production Version</a:t>
          </a:r>
          <a:endParaRPr lang="en-DE" dirty="0"/>
        </a:p>
      </dgm:t>
    </dgm:pt>
    <dgm:pt modelId="{6E5FC171-B227-4FAA-905D-4FE045A645D4}" type="parTrans" cxnId="{686998DC-55E9-4FFC-9335-C65121DF747F}">
      <dgm:prSet/>
      <dgm:spPr/>
      <dgm:t>
        <a:bodyPr/>
        <a:lstStyle/>
        <a:p>
          <a:endParaRPr lang="en-DE"/>
        </a:p>
      </dgm:t>
    </dgm:pt>
    <dgm:pt modelId="{04B04EC3-DD3F-4AE2-9626-666460AD936C}" type="sibTrans" cxnId="{686998DC-55E9-4FFC-9335-C65121DF747F}">
      <dgm:prSet/>
      <dgm:spPr/>
      <dgm:t>
        <a:bodyPr/>
        <a:lstStyle/>
        <a:p>
          <a:endParaRPr lang="en-DE"/>
        </a:p>
      </dgm:t>
    </dgm:pt>
    <dgm:pt modelId="{343225F9-E2C2-4305-B40F-5A872F5F6F59}">
      <dgm:prSet phldrT="[Text]"/>
      <dgm:spPr/>
      <dgm:t>
        <a:bodyPr/>
        <a:lstStyle/>
        <a:p>
          <a:r>
            <a:rPr lang="en-US" dirty="0"/>
            <a:t>Roll-Out with first vehicles in series</a:t>
          </a:r>
        </a:p>
        <a:p>
          <a:r>
            <a:rPr lang="en-US" dirty="0"/>
            <a:t>- Reaching beak-even point</a:t>
          </a:r>
        </a:p>
      </dgm:t>
    </dgm:pt>
    <dgm:pt modelId="{A3ABA041-34C0-458D-B34A-0E8F53943B38}" type="parTrans" cxnId="{05C662F1-A05C-4ED2-BECE-4A3F7258CB50}">
      <dgm:prSet/>
      <dgm:spPr/>
      <dgm:t>
        <a:bodyPr/>
        <a:lstStyle/>
        <a:p>
          <a:endParaRPr lang="en-DE"/>
        </a:p>
      </dgm:t>
    </dgm:pt>
    <dgm:pt modelId="{706F15B9-0C10-4757-885A-DF5B711826D0}" type="sibTrans" cxnId="{05C662F1-A05C-4ED2-BECE-4A3F7258CB50}">
      <dgm:prSet/>
      <dgm:spPr/>
      <dgm:t>
        <a:bodyPr/>
        <a:lstStyle/>
        <a:p>
          <a:endParaRPr lang="en-DE"/>
        </a:p>
      </dgm:t>
    </dgm:pt>
    <dgm:pt modelId="{675BF897-EDFC-4757-81BB-36D36FC7EEB9}">
      <dgm:prSet phldrT="[Text]"/>
      <dgm:spPr/>
      <dgm:t>
        <a:bodyPr/>
        <a:lstStyle/>
        <a:p>
          <a:r>
            <a:rPr lang="en-US" dirty="0"/>
            <a:t>2</a:t>
          </a:r>
          <a:r>
            <a:rPr lang="en-US" baseline="30000" dirty="0"/>
            <a:t>nd</a:t>
          </a:r>
          <a:r>
            <a:rPr lang="en-US" dirty="0"/>
            <a:t> Product Version</a:t>
          </a:r>
          <a:endParaRPr lang="en-DE" dirty="0"/>
        </a:p>
      </dgm:t>
    </dgm:pt>
    <dgm:pt modelId="{FB7D693A-3762-47CB-A10A-662C35E34EDC}" type="parTrans" cxnId="{CE0B0DC1-BA93-4E52-A475-633AACBB4F23}">
      <dgm:prSet/>
      <dgm:spPr/>
      <dgm:t>
        <a:bodyPr/>
        <a:lstStyle/>
        <a:p>
          <a:endParaRPr lang="en-DE"/>
        </a:p>
      </dgm:t>
    </dgm:pt>
    <dgm:pt modelId="{DDD878EA-C57C-4161-8DE3-B8F5770CEABE}" type="sibTrans" cxnId="{CE0B0DC1-BA93-4E52-A475-633AACBB4F23}">
      <dgm:prSet/>
      <dgm:spPr/>
      <dgm:t>
        <a:bodyPr/>
        <a:lstStyle/>
        <a:p>
          <a:endParaRPr lang="en-DE"/>
        </a:p>
      </dgm:t>
    </dgm:pt>
    <dgm:pt modelId="{4DE51F26-3A37-4B87-B872-01BF40D155B7}">
      <dgm:prSet phldrT="[Text]"/>
      <dgm:spPr/>
      <dgm:t>
        <a:bodyPr/>
        <a:lstStyle/>
        <a:p>
          <a:r>
            <a:rPr lang="en-US" dirty="0"/>
            <a:t>Evolution of Product </a:t>
          </a:r>
        </a:p>
        <a:p>
          <a:r>
            <a:rPr lang="en-US" dirty="0"/>
            <a:t>- Implementing more functionalities</a:t>
          </a:r>
          <a:endParaRPr lang="en-DE" dirty="0"/>
        </a:p>
      </dgm:t>
    </dgm:pt>
    <dgm:pt modelId="{8392B99A-13F0-4F8E-8492-3E807CEB2258}" type="parTrans" cxnId="{D7E4B210-3B72-4659-95D8-4526EDB7F295}">
      <dgm:prSet/>
      <dgm:spPr/>
      <dgm:t>
        <a:bodyPr/>
        <a:lstStyle/>
        <a:p>
          <a:endParaRPr lang="en-DE"/>
        </a:p>
      </dgm:t>
    </dgm:pt>
    <dgm:pt modelId="{6AD074F9-71CA-479E-9CAD-FA2474346E57}" type="sibTrans" cxnId="{D7E4B210-3B72-4659-95D8-4526EDB7F295}">
      <dgm:prSet/>
      <dgm:spPr/>
      <dgm:t>
        <a:bodyPr/>
        <a:lstStyle/>
        <a:p>
          <a:endParaRPr lang="en-DE"/>
        </a:p>
      </dgm:t>
    </dgm:pt>
    <dgm:pt modelId="{E03E896F-58D2-4935-9019-4E8A23C9F280}" type="pres">
      <dgm:prSet presAssocID="{F13A46D5-0A21-42BE-ADAE-24DD11CE9D26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A1D5FA56-C567-4CCE-B18D-A01DA28DE118}" type="pres">
      <dgm:prSet presAssocID="{47A2014B-B809-49ED-8925-7DCD4324D87F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8FEE1DBE-91CC-4567-94A2-1FAEE3DD7E4C}" type="pres">
      <dgm:prSet presAssocID="{47A2014B-B809-49ED-8925-7DCD4324D87F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948A2B61-455E-42DC-8054-7BFB8C522EF8}" type="pres">
      <dgm:prSet presAssocID="{4C0BD7C3-938F-4CCB-962A-D580048E4238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C95665C0-B1B0-4704-9FCA-CF4C1B7C014D}" type="pres">
      <dgm:prSet presAssocID="{4C0BD7C3-938F-4CCB-962A-D580048E4238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C0329262-F1DC-4064-93FB-6170E77F560D}" type="pres">
      <dgm:prSet presAssocID="{675BF897-EDFC-4757-81BB-36D36FC7EEB9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6A82DE42-46A1-4D66-9ED1-912219D1CF65}" type="pres">
      <dgm:prSet presAssocID="{675BF897-EDFC-4757-81BB-36D36FC7EEB9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5CA7D01-471D-44F2-895A-9A8368B9B589}" srcId="{F13A46D5-0A21-42BE-ADAE-24DD11CE9D26}" destId="{47A2014B-B809-49ED-8925-7DCD4324D87F}" srcOrd="0" destOrd="0" parTransId="{82818F10-A9FC-4976-BDEA-EAE0EF8D9F6C}" sibTransId="{F8D34CC2-B5C9-4034-B80F-E35455006BC6}"/>
    <dgm:cxn modelId="{D7E4B210-3B72-4659-95D8-4526EDB7F295}" srcId="{675BF897-EDFC-4757-81BB-36D36FC7EEB9}" destId="{4DE51F26-3A37-4B87-B872-01BF40D155B7}" srcOrd="0" destOrd="0" parTransId="{8392B99A-13F0-4F8E-8492-3E807CEB2258}" sibTransId="{6AD074F9-71CA-479E-9CAD-FA2474346E57}"/>
    <dgm:cxn modelId="{1B37311A-CFFC-4EBE-AE7C-399C47FF2E41}" type="presOf" srcId="{4DE51F26-3A37-4B87-B872-01BF40D155B7}" destId="{6A82DE42-46A1-4D66-9ED1-912219D1CF65}" srcOrd="0" destOrd="0" presId="urn:microsoft.com/office/officeart/2009/3/layout/IncreasingArrowsProcess"/>
    <dgm:cxn modelId="{9ACC4225-D031-40EC-937C-97B460FADD18}" type="presOf" srcId="{F13A46D5-0A21-42BE-ADAE-24DD11CE9D26}" destId="{E03E896F-58D2-4935-9019-4E8A23C9F280}" srcOrd="0" destOrd="0" presId="urn:microsoft.com/office/officeart/2009/3/layout/IncreasingArrowsProcess"/>
    <dgm:cxn modelId="{43A80137-8D8C-439F-9BF5-AF012069625F}" type="presOf" srcId="{4C0BD7C3-938F-4CCB-962A-D580048E4238}" destId="{948A2B61-455E-42DC-8054-7BFB8C522EF8}" srcOrd="0" destOrd="0" presId="urn:microsoft.com/office/officeart/2009/3/layout/IncreasingArrowsProcess"/>
    <dgm:cxn modelId="{9F246661-F43A-4FA6-8919-A55E1887A5DB}" type="presOf" srcId="{343225F9-E2C2-4305-B40F-5A872F5F6F59}" destId="{C95665C0-B1B0-4704-9FCA-CF4C1B7C014D}" srcOrd="0" destOrd="0" presId="urn:microsoft.com/office/officeart/2009/3/layout/IncreasingArrowsProcess"/>
    <dgm:cxn modelId="{7874E344-89D2-41A4-BA41-F7236B0D5638}" type="presOf" srcId="{12D590E7-64C9-442D-B4DB-44558A4B7420}" destId="{8FEE1DBE-91CC-4567-94A2-1FAEE3DD7E4C}" srcOrd="0" destOrd="0" presId="urn:microsoft.com/office/officeart/2009/3/layout/IncreasingArrowsProcess"/>
    <dgm:cxn modelId="{E4FEBBB6-9C0E-464E-95C0-F7F3F5410635}" srcId="{47A2014B-B809-49ED-8925-7DCD4324D87F}" destId="{12D590E7-64C9-442D-B4DB-44558A4B7420}" srcOrd="0" destOrd="0" parTransId="{BBCD02DC-03B6-4B23-A84B-C2443B0752CF}" sibTransId="{3084101F-FD9B-4019-96AF-2EB717C89A9C}"/>
    <dgm:cxn modelId="{CE0B0DC1-BA93-4E52-A475-633AACBB4F23}" srcId="{F13A46D5-0A21-42BE-ADAE-24DD11CE9D26}" destId="{675BF897-EDFC-4757-81BB-36D36FC7EEB9}" srcOrd="2" destOrd="0" parTransId="{FB7D693A-3762-47CB-A10A-662C35E34EDC}" sibTransId="{DDD878EA-C57C-4161-8DE3-B8F5770CEABE}"/>
    <dgm:cxn modelId="{7D40F3DB-C62D-4CB0-94C1-AB52BDDA1D85}" type="presOf" srcId="{675BF897-EDFC-4757-81BB-36D36FC7EEB9}" destId="{C0329262-F1DC-4064-93FB-6170E77F560D}" srcOrd="0" destOrd="0" presId="urn:microsoft.com/office/officeart/2009/3/layout/IncreasingArrowsProcess"/>
    <dgm:cxn modelId="{686998DC-55E9-4FFC-9335-C65121DF747F}" srcId="{F13A46D5-0A21-42BE-ADAE-24DD11CE9D26}" destId="{4C0BD7C3-938F-4CCB-962A-D580048E4238}" srcOrd="1" destOrd="0" parTransId="{6E5FC171-B227-4FAA-905D-4FE045A645D4}" sibTransId="{04B04EC3-DD3F-4AE2-9626-666460AD936C}"/>
    <dgm:cxn modelId="{05C662F1-A05C-4ED2-BECE-4A3F7258CB50}" srcId="{4C0BD7C3-938F-4CCB-962A-D580048E4238}" destId="{343225F9-E2C2-4305-B40F-5A872F5F6F59}" srcOrd="0" destOrd="0" parTransId="{A3ABA041-34C0-458D-B34A-0E8F53943B38}" sibTransId="{706F15B9-0C10-4757-885A-DF5B711826D0}"/>
    <dgm:cxn modelId="{2664E6FF-A4AF-4671-8CE6-F55F3DC450BC}" type="presOf" srcId="{47A2014B-B809-49ED-8925-7DCD4324D87F}" destId="{A1D5FA56-C567-4CCE-B18D-A01DA28DE118}" srcOrd="0" destOrd="0" presId="urn:microsoft.com/office/officeart/2009/3/layout/IncreasingArrowsProcess"/>
    <dgm:cxn modelId="{9B026E6D-2589-471A-8DD5-BD2E614CB2F0}" type="presParOf" srcId="{E03E896F-58D2-4935-9019-4E8A23C9F280}" destId="{A1D5FA56-C567-4CCE-B18D-A01DA28DE118}" srcOrd="0" destOrd="0" presId="urn:microsoft.com/office/officeart/2009/3/layout/IncreasingArrowsProcess"/>
    <dgm:cxn modelId="{923868E2-4B3E-4673-B1D2-94345DBBAE6D}" type="presParOf" srcId="{E03E896F-58D2-4935-9019-4E8A23C9F280}" destId="{8FEE1DBE-91CC-4567-94A2-1FAEE3DD7E4C}" srcOrd="1" destOrd="0" presId="urn:microsoft.com/office/officeart/2009/3/layout/IncreasingArrowsProcess"/>
    <dgm:cxn modelId="{706A4A2B-1856-4A22-B197-7AADAF9DADE1}" type="presParOf" srcId="{E03E896F-58D2-4935-9019-4E8A23C9F280}" destId="{948A2B61-455E-42DC-8054-7BFB8C522EF8}" srcOrd="2" destOrd="0" presId="urn:microsoft.com/office/officeart/2009/3/layout/IncreasingArrowsProcess"/>
    <dgm:cxn modelId="{B82BF1A2-4C96-4DDB-9D44-D1AAD1C08BE6}" type="presParOf" srcId="{E03E896F-58D2-4935-9019-4E8A23C9F280}" destId="{C95665C0-B1B0-4704-9FCA-CF4C1B7C014D}" srcOrd="3" destOrd="0" presId="urn:microsoft.com/office/officeart/2009/3/layout/IncreasingArrowsProcess"/>
    <dgm:cxn modelId="{A15C8D6D-6F68-49A5-A668-1468CBD7BA75}" type="presParOf" srcId="{E03E896F-58D2-4935-9019-4E8A23C9F280}" destId="{C0329262-F1DC-4064-93FB-6170E77F560D}" srcOrd="4" destOrd="0" presId="urn:microsoft.com/office/officeart/2009/3/layout/IncreasingArrowsProcess"/>
    <dgm:cxn modelId="{C05AE4D5-7F90-4AAC-93CE-A59F7D649E92}" type="presParOf" srcId="{E03E896F-58D2-4935-9019-4E8A23C9F280}" destId="{6A82DE42-46A1-4D66-9ED1-912219D1CF65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572AD-2956-47E7-8223-6AFD4B6F23D2}">
      <dsp:nvSpPr>
        <dsp:cNvPr id="0" name=""/>
        <dsp:cNvSpPr/>
      </dsp:nvSpPr>
      <dsp:spPr>
        <a:xfrm>
          <a:off x="0" y="0"/>
          <a:ext cx="6831097" cy="14014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Functionality without internet</a:t>
          </a:r>
          <a:endParaRPr lang="en-DE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Rural areas and Tunnels are covered</a:t>
          </a:r>
          <a:endParaRPr lang="en-D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Increase CX, differentiating functionality</a:t>
          </a:r>
          <a:endParaRPr lang="en-DE" sz="2100" kern="1200" dirty="0"/>
        </a:p>
      </dsp:txBody>
      <dsp:txXfrm>
        <a:off x="1506368" y="0"/>
        <a:ext cx="5324728" cy="1401492"/>
      </dsp:txXfrm>
    </dsp:sp>
    <dsp:sp modelId="{CEA97893-3260-4661-8022-C5E6FA9A40B0}">
      <dsp:nvSpPr>
        <dsp:cNvPr id="0" name=""/>
        <dsp:cNvSpPr/>
      </dsp:nvSpPr>
      <dsp:spPr>
        <a:xfrm>
          <a:off x="140149" y="140149"/>
          <a:ext cx="1366219" cy="112119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1000" b="-1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922AB-BC83-4377-A4C1-7243FE8DB4C1}">
      <dsp:nvSpPr>
        <dsp:cNvPr id="0" name=""/>
        <dsp:cNvSpPr/>
      </dsp:nvSpPr>
      <dsp:spPr>
        <a:xfrm>
          <a:off x="0" y="1541641"/>
          <a:ext cx="6831097" cy="14014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Saving cloud cost</a:t>
          </a:r>
          <a:endParaRPr lang="en-DE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Intelligent use of available infrastructure</a:t>
          </a:r>
          <a:endParaRPr lang="en-D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Cost saving by 50%</a:t>
          </a:r>
          <a:endParaRPr lang="en-DE" sz="2100" kern="1200" dirty="0"/>
        </a:p>
      </dsp:txBody>
      <dsp:txXfrm>
        <a:off x="1506368" y="1541641"/>
        <a:ext cx="5324728" cy="1401492"/>
      </dsp:txXfrm>
    </dsp:sp>
    <dsp:sp modelId="{F29DB308-3A8F-4071-93B8-0B5312F67D62}">
      <dsp:nvSpPr>
        <dsp:cNvPr id="0" name=""/>
        <dsp:cNvSpPr/>
      </dsp:nvSpPr>
      <dsp:spPr>
        <a:xfrm>
          <a:off x="140149" y="1681790"/>
          <a:ext cx="1366219" cy="112119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1000" b="-1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ABC19-D57F-4D6F-B5AE-0734B5ED76CA}">
      <dsp:nvSpPr>
        <dsp:cNvPr id="0" name=""/>
        <dsp:cNvSpPr/>
      </dsp:nvSpPr>
      <dsp:spPr>
        <a:xfrm>
          <a:off x="0" y="3083283"/>
          <a:ext cx="6831097" cy="14014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Security</a:t>
          </a:r>
          <a:endParaRPr lang="en-DE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Improved security due to local/on-prem execution</a:t>
          </a:r>
          <a:endParaRPr lang="en-DE" sz="2100" kern="1200" dirty="0"/>
        </a:p>
      </dsp:txBody>
      <dsp:txXfrm>
        <a:off x="1506368" y="3083283"/>
        <a:ext cx="5324728" cy="1401492"/>
      </dsp:txXfrm>
    </dsp:sp>
    <dsp:sp modelId="{893187C4-FD56-4E09-9B82-582009894266}">
      <dsp:nvSpPr>
        <dsp:cNvPr id="0" name=""/>
        <dsp:cNvSpPr/>
      </dsp:nvSpPr>
      <dsp:spPr>
        <a:xfrm>
          <a:off x="140149" y="3223432"/>
          <a:ext cx="1366219" cy="112119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5FA56-C567-4CCE-B18D-A01DA28DE118}">
      <dsp:nvSpPr>
        <dsp:cNvPr id="0" name=""/>
        <dsp:cNvSpPr/>
      </dsp:nvSpPr>
      <dsp:spPr>
        <a:xfrm>
          <a:off x="0" y="41035"/>
          <a:ext cx="7641738" cy="1112928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254000" bIns="17667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MVP</a:t>
          </a:r>
          <a:endParaRPr lang="en-DE" sz="2100" kern="1200" dirty="0"/>
        </a:p>
      </dsp:txBody>
      <dsp:txXfrm>
        <a:off x="0" y="319267"/>
        <a:ext cx="7363506" cy="556464"/>
      </dsp:txXfrm>
    </dsp:sp>
    <dsp:sp modelId="{8FEE1DBE-91CC-4567-94A2-1FAEE3DD7E4C}">
      <dsp:nvSpPr>
        <dsp:cNvPr id="0" name=""/>
        <dsp:cNvSpPr/>
      </dsp:nvSpPr>
      <dsp:spPr>
        <a:xfrm>
          <a:off x="0" y="899263"/>
          <a:ext cx="2353655" cy="21439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Proving Functionality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Finding a collaboration partner to test hypothesis</a:t>
          </a:r>
          <a:endParaRPr lang="en-DE" sz="2100" kern="1200" dirty="0"/>
        </a:p>
      </dsp:txBody>
      <dsp:txXfrm>
        <a:off x="0" y="899263"/>
        <a:ext cx="2353655" cy="2143909"/>
      </dsp:txXfrm>
    </dsp:sp>
    <dsp:sp modelId="{948A2B61-455E-42DC-8054-7BFB8C522EF8}">
      <dsp:nvSpPr>
        <dsp:cNvPr id="0" name=""/>
        <dsp:cNvSpPr/>
      </dsp:nvSpPr>
      <dsp:spPr>
        <a:xfrm>
          <a:off x="2353655" y="412011"/>
          <a:ext cx="5288082" cy="1112928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254000" bIns="17667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</a:t>
          </a:r>
          <a:r>
            <a:rPr lang="en-US" sz="2100" kern="1200" baseline="30000" dirty="0"/>
            <a:t>st</a:t>
          </a:r>
          <a:r>
            <a:rPr lang="en-US" sz="2100" kern="1200" dirty="0"/>
            <a:t> Production Version</a:t>
          </a:r>
          <a:endParaRPr lang="en-DE" sz="2100" kern="1200" dirty="0"/>
        </a:p>
      </dsp:txBody>
      <dsp:txXfrm>
        <a:off x="2353655" y="690243"/>
        <a:ext cx="5009850" cy="556464"/>
      </dsp:txXfrm>
    </dsp:sp>
    <dsp:sp modelId="{C95665C0-B1B0-4704-9FCA-CF4C1B7C014D}">
      <dsp:nvSpPr>
        <dsp:cNvPr id="0" name=""/>
        <dsp:cNvSpPr/>
      </dsp:nvSpPr>
      <dsp:spPr>
        <a:xfrm>
          <a:off x="2353655" y="1270239"/>
          <a:ext cx="2353655" cy="21439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Roll-Out with first vehicles in series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Reaching beak-even point</a:t>
          </a:r>
        </a:p>
      </dsp:txBody>
      <dsp:txXfrm>
        <a:off x="2353655" y="1270239"/>
        <a:ext cx="2353655" cy="2143909"/>
      </dsp:txXfrm>
    </dsp:sp>
    <dsp:sp modelId="{C0329262-F1DC-4064-93FB-6170E77F560D}">
      <dsp:nvSpPr>
        <dsp:cNvPr id="0" name=""/>
        <dsp:cNvSpPr/>
      </dsp:nvSpPr>
      <dsp:spPr>
        <a:xfrm>
          <a:off x="4707310" y="782987"/>
          <a:ext cx="2934427" cy="1112928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254000" bIns="17667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</a:t>
          </a:r>
          <a:r>
            <a:rPr lang="en-US" sz="2100" kern="1200" baseline="30000" dirty="0"/>
            <a:t>nd</a:t>
          </a:r>
          <a:r>
            <a:rPr lang="en-US" sz="2100" kern="1200" dirty="0"/>
            <a:t> Product Version</a:t>
          </a:r>
          <a:endParaRPr lang="en-DE" sz="2100" kern="1200" dirty="0"/>
        </a:p>
      </dsp:txBody>
      <dsp:txXfrm>
        <a:off x="4707310" y="1061219"/>
        <a:ext cx="2656195" cy="556464"/>
      </dsp:txXfrm>
    </dsp:sp>
    <dsp:sp modelId="{6A82DE42-46A1-4D66-9ED1-912219D1CF65}">
      <dsp:nvSpPr>
        <dsp:cNvPr id="0" name=""/>
        <dsp:cNvSpPr/>
      </dsp:nvSpPr>
      <dsp:spPr>
        <a:xfrm>
          <a:off x="4707310" y="1641215"/>
          <a:ext cx="2353655" cy="21125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Evolution of Product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Implementing more functionalities</a:t>
          </a:r>
          <a:endParaRPr lang="en-DE" sz="2100" kern="1200" dirty="0"/>
        </a:p>
      </dsp:txBody>
      <dsp:txXfrm>
        <a:off x="4707310" y="1641215"/>
        <a:ext cx="2353655" cy="21125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kern="0" cap="none" spc="0" normalizeH="0" baseline="0" noProof="1">
              <a:ln>
                <a:noFill/>
              </a:ln>
              <a:solidFill>
                <a:srgbClr val="D70012"/>
              </a:solidFill>
              <a:effectLst/>
              <a:uLnTx/>
              <a:uFillTx/>
              <a:latin typeface="Bosch Offic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kern="0" cap="none" spc="0" normalizeH="0" baseline="0" noProof="1">
              <a:ln>
                <a:noFill/>
              </a:ln>
              <a:solidFill>
                <a:srgbClr val="D70012"/>
              </a:solidFill>
              <a:effectLst/>
              <a:uLnTx/>
              <a:uFillTx/>
              <a:latin typeface="Bosch Offic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kern="0" cap="none" spc="0" normalizeH="0" baseline="0" noProof="1">
              <a:ln>
                <a:noFill/>
              </a:ln>
              <a:solidFill>
                <a:srgbClr val="D70012"/>
              </a:solidFill>
              <a:effectLst/>
              <a:uLnTx/>
              <a:uFillTx/>
              <a:latin typeface="Bosch Offic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kern="0" cap="none" spc="0" normalizeH="0" baseline="0" noProof="1">
              <a:ln>
                <a:noFill/>
              </a:ln>
              <a:solidFill>
                <a:srgbClr val="D70012"/>
              </a:solidFill>
              <a:effectLst/>
              <a:uLnTx/>
              <a:uFillTx/>
              <a:latin typeface="Bosch Offic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</a:rPr>
              <a:t>10.06.2026</a:t>
            </a: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de-DE" sz="600" b="0" i="0" u="none" kern="0" baseline="0" noProof="1">
                <a:solidFill>
                  <a:srgbClr val="B2B3B5"/>
                </a:solidFill>
                <a:latin typeface="Bosch Office Sans" pitchFamily="2" charset="0"/>
              </a:rPr>
              <a:t>© Robert Bosch GmbH 2026. Alle Rechte vorbehalten, auch bzgl. jeder Verfügung, Verwertung, Reproduktion, Bearbeitung, Weitergabe sowie für den Fall von Schutzrechtsanmeldungen.</a:t>
            </a:r>
            <a:endParaRPr lang="en-US" sz="600" b="0" i="0" u="none" kern="0" baseline="0" noProof="1">
              <a:solidFill>
                <a:srgbClr val="B2B3B5"/>
              </a:solidFill>
              <a:latin typeface="Bosch Office Sans" pitchFamily="2" charset="0"/>
            </a:endParaRP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8C873C6-E702-BA18-CB22-C59B941EC1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DE" dirty="0"/>
              <a:t>Voice </a:t>
            </a:r>
            <a:r>
              <a:rPr lang="en-DE" dirty="0" err="1"/>
              <a:t>Assistent</a:t>
            </a:r>
            <a:r>
              <a:rPr lang="en-DE" dirty="0"/>
              <a:t> </a:t>
            </a:r>
            <a:r>
              <a:rPr lang="en-US" dirty="0"/>
              <a:t>for Vehicles</a:t>
            </a:r>
            <a:br>
              <a:rPr lang="en-US" dirty="0"/>
            </a:br>
            <a:r>
              <a:rPr lang="en-DE" b="0" dirty="0"/>
              <a:t>BCW 26</a:t>
            </a:r>
            <a:r>
              <a:rPr lang="en-US" b="0" dirty="0"/>
              <a:t>’</a:t>
            </a:r>
            <a:r>
              <a:rPr lang="en-DE" b="0" dirty="0"/>
              <a:t> Hackathon</a:t>
            </a:r>
            <a:endParaRPr lang="en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450E8D-6729-E28A-74A8-5147FBE8401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anchor="ctr"/>
          <a:lstStyle/>
          <a:p>
            <a:r>
              <a:rPr lang="en-US" dirty="0"/>
              <a:t>Team: </a:t>
            </a:r>
            <a:r>
              <a:rPr lang="en-DE" dirty="0"/>
              <a:t>CANALS</a:t>
            </a:r>
            <a:endParaRPr lang="en-US" dirty="0"/>
          </a:p>
          <a:p>
            <a:pPr algn="r"/>
            <a:r>
              <a:rPr lang="en-DE" dirty="0"/>
              <a:t>10</a:t>
            </a:r>
            <a:r>
              <a:rPr lang="en-US" dirty="0"/>
              <a:t>.0</a:t>
            </a:r>
            <a:r>
              <a:rPr lang="en-DE" dirty="0"/>
              <a:t>6</a:t>
            </a:r>
            <a:r>
              <a:rPr lang="en-US" dirty="0"/>
              <a:t>.2026</a:t>
            </a:r>
            <a:endParaRPr lang="en-DE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3AFD0BC-9B39-E569-7DAD-4B7BCA549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960" y="5626182"/>
            <a:ext cx="1320608" cy="35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Logo PNGs zum kostenlosen Download">
            <a:extLst>
              <a:ext uri="{FF2B5EF4-FFF2-40B4-BE49-F238E27FC236}">
                <a16:creationId xmlns:a16="http://schemas.microsoft.com/office/drawing/2014/main" id="{4AAAE9CC-9836-D021-FBDB-AF11B0502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008" y="5575464"/>
            <a:ext cx="1233525" cy="54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204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A443063-A3ED-F040-8E07-44426DBB711D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</p:sp>
      <p:pic>
        <p:nvPicPr>
          <p:cNvPr id="6" name="帮我生成一个视频：_Sarah_is_driving_thr">
            <a:hlinkClick r:id="" action="ppaction://media"/>
            <a:extLst>
              <a:ext uri="{FF2B5EF4-FFF2-40B4-BE49-F238E27FC236}">
                <a16:creationId xmlns:a16="http://schemas.microsoft.com/office/drawing/2014/main" id="{A9E98561-C9D7-A1BB-610C-81DBD5385C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20813" y="798513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6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Problem Statement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E27962B6-A748-4B05-17B2-4FF72F0669EA}"/>
              </a:ext>
            </a:extLst>
          </p:cNvPr>
          <p:cNvSpPr txBox="1">
            <a:spLocks/>
          </p:cNvSpPr>
          <p:nvPr/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/>
          <a:lstStyle>
            <a:lvl1pPr marL="230400" indent="-230400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6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4800" indent="-230400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800" dirty="0"/>
              <a:t>Electric vehicle runs out of battery,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800" dirty="0"/>
              <a:t>you are looking for the next EV Charge,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800" dirty="0"/>
              <a:t>But there is not internet connection</a:t>
            </a:r>
            <a:endParaRPr lang="en-DE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4170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Solution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071384-D905-1CD7-6595-6DDFAB248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52" y="955656"/>
            <a:ext cx="9023096" cy="4661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207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High-Level </a:t>
            </a:r>
            <a:r>
              <a:rPr lang="de-DE" sz="2000" b="1" dirty="0" err="1">
                <a:latin typeface="Bosch Sans" panose="020B0604020202020204" pitchFamily="34" charset="0"/>
              </a:rPr>
              <a:t>Overview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31C7F59-FB10-50F6-E95E-21DB673AB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16" y="2059747"/>
            <a:ext cx="1714588" cy="17907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3BD24342-2EF4-A244-6B49-D444FB204EB5}"/>
              </a:ext>
            </a:extLst>
          </p:cNvPr>
          <p:cNvSpPr/>
          <p:nvPr/>
        </p:nvSpPr>
        <p:spPr>
          <a:xfrm>
            <a:off x="3920976" y="2410539"/>
            <a:ext cx="1440000" cy="1440000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Orchestrator Layer</a:t>
            </a: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5D2F8A3-8FB5-2295-2D33-2018FEBFCECB}"/>
              </a:ext>
            </a:extLst>
          </p:cNvPr>
          <p:cNvSpPr/>
          <p:nvPr/>
        </p:nvSpPr>
        <p:spPr>
          <a:xfrm>
            <a:off x="7644384" y="1195958"/>
            <a:ext cx="1440000" cy="1440000"/>
          </a:xfrm>
          <a:prstGeom prst="rect">
            <a:avLst/>
          </a:prstGeom>
          <a:noFill/>
          <a:ln w="38100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kern="0" dirty="0">
                <a:solidFill>
                  <a:srgbClr val="000000"/>
                </a:solidFill>
                <a:latin typeface="Bosch Office Sans"/>
              </a:rPr>
              <a:t>Cloud</a:t>
            </a: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6A3AA21-C47F-FB89-2A18-F9A7026A59F9}"/>
              </a:ext>
            </a:extLst>
          </p:cNvPr>
          <p:cNvSpPr/>
          <p:nvPr/>
        </p:nvSpPr>
        <p:spPr>
          <a:xfrm>
            <a:off x="7644384" y="3544714"/>
            <a:ext cx="1440000" cy="1440000"/>
          </a:xfrm>
          <a:prstGeom prst="rect">
            <a:avLst/>
          </a:prstGeom>
          <a:noFill/>
          <a:ln w="38100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kern="0" dirty="0">
                <a:solidFill>
                  <a:srgbClr val="000000"/>
                </a:solidFill>
                <a:latin typeface="Bosch Office Sans"/>
              </a:rPr>
              <a:t>Offline / Cached Database</a:t>
            </a: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790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BD24342-2EF4-A244-6B49-D444FB204EB5}"/>
              </a:ext>
            </a:extLst>
          </p:cNvPr>
          <p:cNvSpPr/>
          <p:nvPr/>
        </p:nvSpPr>
        <p:spPr>
          <a:xfrm>
            <a:off x="3720121" y="2365306"/>
            <a:ext cx="2505456" cy="1440000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90000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Orchestrator </a:t>
            </a:r>
          </a:p>
          <a:p>
            <a:pPr marL="90000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Layer</a:t>
            </a: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2050" name="Picture 2" descr="Orchestrator Icon Ai System Orchestration Automation">
            <a:extLst>
              <a:ext uri="{FF2B5EF4-FFF2-40B4-BE49-F238E27FC236}">
                <a16:creationId xmlns:a16="http://schemas.microsoft.com/office/drawing/2014/main" id="{C051D173-E210-00E7-B7C2-67EF092FF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57" b="9716"/>
          <a:stretch/>
        </p:blipFill>
        <p:spPr bwMode="auto">
          <a:xfrm>
            <a:off x="3778025" y="2545346"/>
            <a:ext cx="1021303" cy="110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High-Level </a:t>
            </a:r>
            <a:r>
              <a:rPr lang="de-DE" sz="2000" b="1" dirty="0" err="1">
                <a:latin typeface="Bosch Sans" panose="020B0604020202020204" pitchFamily="34" charset="0"/>
              </a:rPr>
              <a:t>Overview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31C7F59-FB10-50F6-E95E-21DB673AB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49" y="2189910"/>
            <a:ext cx="1714588" cy="1790792"/>
          </a:xfrm>
          <a:prstGeom prst="rect">
            <a:avLst/>
          </a:prstGeom>
        </p:spPr>
      </p:pic>
      <p:sp>
        <p:nvSpPr>
          <p:cNvPr id="4" name="Wolke 3">
            <a:extLst>
              <a:ext uri="{FF2B5EF4-FFF2-40B4-BE49-F238E27FC236}">
                <a16:creationId xmlns:a16="http://schemas.microsoft.com/office/drawing/2014/main" id="{CCED37E4-3743-896F-5431-9A18A56A369C}"/>
              </a:ext>
            </a:extLst>
          </p:cNvPr>
          <p:cNvSpPr/>
          <p:nvPr/>
        </p:nvSpPr>
        <p:spPr>
          <a:xfrm>
            <a:off x="7114032" y="994790"/>
            <a:ext cx="2834640" cy="1651773"/>
          </a:xfrm>
          <a:prstGeom prst="cloud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Cloud</a:t>
            </a: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B08F403C-823B-9871-29C8-746DA3C68620}"/>
              </a:ext>
            </a:extLst>
          </p:cNvPr>
          <p:cNvSpPr/>
          <p:nvPr/>
        </p:nvSpPr>
        <p:spPr>
          <a:xfrm>
            <a:off x="7330212" y="3649371"/>
            <a:ext cx="2402280" cy="1280160"/>
          </a:xfrm>
          <a:prstGeom prst="round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kern="0" dirty="0">
                <a:solidFill>
                  <a:srgbClr val="000000"/>
                </a:solidFill>
                <a:latin typeface="Bosch Office Sans"/>
              </a:rPr>
              <a:t>Offline / Cached Database</a:t>
            </a: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B67EA34-20BB-3FCD-9D1E-E353B8F39F82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2063437" y="3085306"/>
            <a:ext cx="165668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F0E1CFDB-AE6D-380A-99DF-EE6225095486}"/>
              </a:ext>
            </a:extLst>
          </p:cNvPr>
          <p:cNvCxnSpPr>
            <a:cxnSpLocks/>
            <a:stCxn id="11" idx="3"/>
            <a:endCxn id="4" idx="2"/>
          </p:cNvCxnSpPr>
          <p:nvPr/>
        </p:nvCxnSpPr>
        <p:spPr>
          <a:xfrm flipV="1">
            <a:off x="6225577" y="1820677"/>
            <a:ext cx="897248" cy="12646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DF4DADE-3062-9DA8-B2C0-D1F529B7B66F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6225577" y="3085306"/>
            <a:ext cx="1104635" cy="12041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0551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Efficiency </a:t>
            </a:r>
            <a:r>
              <a:rPr lang="de-DE" sz="2000" b="1" dirty="0" err="1">
                <a:latin typeface="Bosch Sans" panose="020B0604020202020204" pitchFamily="34" charset="0"/>
              </a:rPr>
              <a:t>Gains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8020D47C-FDA6-05DB-40E4-D131C7B222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209531"/>
              </p:ext>
            </p:extLst>
          </p:nvPr>
        </p:nvGraphicFramePr>
        <p:xfrm>
          <a:off x="1791695" y="1073212"/>
          <a:ext cx="6831097" cy="448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8426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70891E0-181E-ADD4-2FD8-92D94D7610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8016" y="4956119"/>
            <a:ext cx="9921526" cy="62020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Next </a:t>
            </a:r>
            <a:r>
              <a:rPr lang="de-DE" sz="2000" b="1" dirty="0" err="1">
                <a:latin typeface="Bosch Sans" panose="020B0604020202020204" pitchFamily="34" charset="0"/>
              </a:rPr>
              <a:t>Steps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671A7705-C465-20D6-21CD-B4DA7C6655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056633"/>
              </p:ext>
            </p:extLst>
          </p:nvPr>
        </p:nvGraphicFramePr>
        <p:xfrm>
          <a:off x="1499617" y="722375"/>
          <a:ext cx="7641738" cy="3794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C774910A-203B-4EF5-4C25-CA65D69F9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3971" y="5070383"/>
            <a:ext cx="1006127" cy="391677"/>
          </a:xfrm>
          <a:prstGeom prst="rightArrow">
            <a:avLst/>
          </a:prstGeom>
          <a:solidFill>
            <a:srgbClr val="007BC0"/>
          </a:solidFill>
          <a:ln w="381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9F4B11F-816F-07C6-0A5C-BA3456B0AC6C}"/>
              </a:ext>
            </a:extLst>
          </p:cNvPr>
          <p:cNvSpPr/>
          <p:nvPr/>
        </p:nvSpPr>
        <p:spPr>
          <a:xfrm>
            <a:off x="1499616" y="4956119"/>
            <a:ext cx="8522207" cy="62020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kern="0" dirty="0">
                <a:solidFill>
                  <a:srgbClr val="000000"/>
                </a:solidFill>
                <a:latin typeface="Bosch Office Sans"/>
              </a:rPr>
              <a:t>Develop together with us the next generation of hybrid car intelligence</a:t>
            </a:r>
            <a:endParaRPr kumimoji="0" lang="en-DE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35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3267-D87F-FC8C-0D8E-9345C0C7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3F7365E-6A4C-9289-7E9E-E19F27E333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de-DE" dirty="0"/>
              <a:t>Backup</a:t>
            </a:r>
          </a:p>
          <a:p>
            <a:endParaRPr lang="de-D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2400" dirty="0"/>
              <a:t>Customer Journey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2400" dirty="0" err="1"/>
              <a:t>Program</a:t>
            </a:r>
            <a:r>
              <a:rPr lang="de-DE" sz="2400" dirty="0"/>
              <a:t> Flow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2400" dirty="0"/>
              <a:t>Techn. Architecture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24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DF8F93D-50FC-5D2C-694F-B5B934797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00" y="99"/>
            <a:ext cx="2612086" cy="2055600"/>
          </a:xfrm>
        </p:spPr>
        <p:txBody>
          <a:bodyPr/>
          <a:lstStyle/>
          <a:p>
            <a:r>
              <a:rPr lang="de-DE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4842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Solution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071384-D905-1CD7-6595-6DDFAB248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52" y="955656"/>
            <a:ext cx="9023096" cy="4661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1078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 err="1">
                <a:latin typeface="Bosch Sans" panose="020B0604020202020204" pitchFamily="34" charset="0"/>
              </a:rPr>
              <a:t>Program</a:t>
            </a:r>
            <a:r>
              <a:rPr lang="de-DE" sz="2000" b="1" dirty="0">
                <a:latin typeface="Bosch Sans" panose="020B0604020202020204" pitchFamily="34" charset="0"/>
              </a:rPr>
              <a:t> Flow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910D459-F930-8A72-7EB5-7307D7869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28" y="858609"/>
            <a:ext cx="7119144" cy="46801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364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B00-21C6-31E6-C679-7474F76F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8F82DB-C867-0C1B-F8F9-58C30A16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23050E2-FD57-92CF-91BE-114801B2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576000"/>
            <a:ext cx="10558800" cy="388800"/>
          </a:xfrm>
        </p:spPr>
        <p:txBody>
          <a:bodyPr vert="horz"/>
          <a:lstStyle/>
          <a:p>
            <a:r>
              <a:rPr lang="de-DE" sz="2000" b="1" dirty="0">
                <a:latin typeface="Bosch Sans" panose="020B0604020202020204" pitchFamily="34" charset="0"/>
              </a:rPr>
              <a:t>Technical Architecture</a:t>
            </a:r>
            <a:endParaRPr lang="de-DE" sz="2000" dirty="0">
              <a:solidFill>
                <a:schemeClr val="tx1"/>
              </a:solidFill>
              <a:latin typeface="Bosch Sans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83B60D-F0A4-849E-9DC2-3B73F3D39C0A}"/>
              </a:ext>
            </a:extLst>
          </p:cNvPr>
          <p:cNvGrpSpPr/>
          <p:nvPr/>
        </p:nvGrpSpPr>
        <p:grpSpPr>
          <a:xfrm>
            <a:off x="207736" y="210338"/>
            <a:ext cx="532947" cy="100963"/>
            <a:chOff x="224276" y="336533"/>
            <a:chExt cx="532947" cy="10096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A68D8A7-0AF6-3199-16FA-393A3459330A}"/>
                </a:ext>
              </a:extLst>
            </p:cNvPr>
            <p:cNvSpPr/>
            <p:nvPr/>
          </p:nvSpPr>
          <p:spPr>
            <a:xfrm>
              <a:off x="224276" y="337764"/>
              <a:ext cx="100560" cy="99732"/>
            </a:xfrm>
            <a:prstGeom prst="ellipse">
              <a:avLst/>
            </a:prstGeom>
            <a:solidFill>
              <a:srgbClr val="55115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30284FE-0D8E-1D20-8068-0D720E192ACA}"/>
                </a:ext>
              </a:extLst>
            </p:cNvPr>
            <p:cNvSpPr/>
            <p:nvPr/>
          </p:nvSpPr>
          <p:spPr>
            <a:xfrm>
              <a:off x="370231" y="336533"/>
              <a:ext cx="100560" cy="99732"/>
            </a:xfrm>
            <a:prstGeom prst="ellipse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A4DDDA-CDF2-ED8F-69B1-6BD8997C3DD4}"/>
                </a:ext>
              </a:extLst>
            </p:cNvPr>
            <p:cNvSpPr/>
            <p:nvPr/>
          </p:nvSpPr>
          <p:spPr>
            <a:xfrm>
              <a:off x="516187" y="336533"/>
              <a:ext cx="100560" cy="99732"/>
            </a:xfrm>
            <a:prstGeom prst="ellipse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9D7AC65-E69B-C3E5-ED6B-61E5B8D3E7C8}"/>
                </a:ext>
              </a:extLst>
            </p:cNvPr>
            <p:cNvSpPr/>
            <p:nvPr/>
          </p:nvSpPr>
          <p:spPr>
            <a:xfrm>
              <a:off x="656663" y="336533"/>
              <a:ext cx="100560" cy="99732"/>
            </a:xfrm>
            <a:prstGeom prst="ellipse">
              <a:avLst/>
            </a:prstGeom>
            <a:solidFill>
              <a:srgbClr val="00884A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3F5F058A-C669-2F9D-A2BB-977E641E26C8}"/>
              </a:ext>
            </a:extLst>
          </p:cNvPr>
          <p:cNvSpPr txBox="1"/>
          <p:nvPr/>
        </p:nvSpPr>
        <p:spPr>
          <a:xfrm>
            <a:off x="780599" y="175565"/>
            <a:ext cx="401872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A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voice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that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drives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with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you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,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even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when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the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cloud</a:t>
            </a:r>
            <a:r>
              <a:rPr lang="de-DE" sz="1100" b="1" cap="small" dirty="0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 </a:t>
            </a:r>
            <a:r>
              <a:rPr lang="de-DE" sz="1100" b="1" cap="small" dirty="0" err="1">
                <a:solidFill>
                  <a:schemeClr val="tx2"/>
                </a:solidFill>
                <a:latin typeface="Bosch Sans Global" panose="020B0604020202020204" pitchFamily="34" charset="-128"/>
                <a:ea typeface="Bosch Sans Global" panose="020B0604020202020204" pitchFamily="34" charset="-128"/>
                <a:cs typeface="Bosch Sans Global" panose="020B0604020202020204" pitchFamily="34" charset="-128"/>
              </a:rPr>
              <a:t>doesn‘t</a:t>
            </a:r>
            <a:endParaRPr lang="de-DE" sz="1100" b="1" cap="small" dirty="0">
              <a:solidFill>
                <a:schemeClr val="tx2"/>
              </a:solidFill>
              <a:latin typeface="Bosch Sans Global" panose="020B0604020202020204" pitchFamily="34" charset="-128"/>
              <a:ea typeface="Bosch Sans Global" panose="020B0604020202020204" pitchFamily="34" charset="-128"/>
              <a:cs typeface="Bosch Sans Global" panose="020B0604020202020204" pitchFamily="34" charset="-128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EF0DC77-12FF-98E6-AE9D-CC472255E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4" t="4396" r="2501" b="8357"/>
          <a:stretch/>
        </p:blipFill>
        <p:spPr>
          <a:xfrm>
            <a:off x="234819" y="906370"/>
            <a:ext cx="10235061" cy="47446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88504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2"/>
  <p:tag name="SAXCONVERSION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bbe9e6-9c74-49d3-9850-c79d2789592c">
      <Terms xmlns="http://schemas.microsoft.com/office/infopath/2007/PartnerControls"/>
    </lcf76f155ced4ddcb4097134ff3c332f>
    <Comment xmlns="5ebbe9e6-9c74-49d3-9850-c79d2789592c" xsi:nil="true"/>
    <TaxCatchAll xmlns="f7da5f40-6770-468f-ae67-58e904f249b0" xsi:nil="true"/>
  </documentManagement>
</p:properties>
</file>

<file path=customXml/item3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SO/SKX</OrgInhalt>
      <Wert/>
      <Platzhalter>False</Platzhalter>
      <DocDatenDialog>True</DocDatenDialog>
      <Label>Urhebervermerk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 C-SC1</OrgInhalt>
      <Wert/>
      <Platzhalter>False</Platzhalter>
      <DocDatenDialog>True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 C-SC1</OrgInhalt>
      <Wert>Intern C-SC1</Wert>
      <Platzhalter>False</Platzhalter>
      <DocDatenDialog>False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Alle Rechte vorbehalten, auch bzgl. jeder Verfügung, Verwertung, Reproduktion, Bearbeitung, Weitergabe sowie für den Fall von Schutzrechtsanmeldungen.</OrgInhalt>
      <Wert>© Robert Bosch GmbH 2026.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17.04.2026</OrgInhalt>
      <Wert>10.06.2026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5D76E514B28C488A33B4193F8A5C13" ma:contentTypeVersion="20" ma:contentTypeDescription="Create a new document." ma:contentTypeScope="" ma:versionID="4821ae2b6b94a783a0ae67c6c02aa855">
  <xsd:schema xmlns:xsd="http://www.w3.org/2001/XMLSchema" xmlns:xs="http://www.w3.org/2001/XMLSchema" xmlns:p="http://schemas.microsoft.com/office/2006/metadata/properties" xmlns:ns2="5ebbe9e6-9c74-49d3-9850-c79d2789592c" xmlns:ns3="f7da5f40-6770-468f-ae67-58e904f249b0" targetNamespace="http://schemas.microsoft.com/office/2006/metadata/properties" ma:root="true" ma:fieldsID="5954a62a5949bb2d559da9c5097c5862" ns2:_="" ns3:_="">
    <xsd:import namespace="5ebbe9e6-9c74-49d3-9850-c79d2789592c"/>
    <xsd:import namespace="f7da5f40-6770-468f-ae67-58e904f24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Comment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bbe9e6-9c74-49d3-9850-c79d278959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" ma:index="25" nillable="true" ma:displayName="Comment" ma:format="Dropdown" ma:internalName="Comment">
      <xsd:simpleType>
        <xsd:restriction base="dms:Note">
          <xsd:maxLength value="255"/>
        </xsd:restriction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da5f40-6770-468f-ae67-58e904f249b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fdf285f-a7e2-481b-9567-c0d9928e1ba8}" ma:internalName="TaxCatchAll" ma:showField="CatchAllData" ma:web="f7da5f40-6770-468f-ae67-58e904f249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EC2DA1F0-31B5-404F-8549-1A3FB8C7C23B}">
  <ds:schemaRefs>
    <ds:schemaRef ds:uri="ffa9a607-b7c4-4aa5-bb46-5266f7b657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5ebbe9e6-9c74-49d3-9850-c79d2789592c"/>
    <ds:schemaRef ds:uri="f7da5f40-6770-468f-ae67-58e904f249b0"/>
  </ds:schemaRefs>
</ds:datastoreItem>
</file>

<file path=customXml/itemProps3.xml><?xml version="1.0" encoding="utf-8"?>
<ds:datastoreItem xmlns:ds="http://schemas.openxmlformats.org/officeDocument/2006/customXml" ds:itemID="{51135769-EDE3-4645-9062-700D32B0AE3D}">
  <ds:schemaRefs/>
</ds:datastoreItem>
</file>

<file path=customXml/itemProps4.xml><?xml version="1.0" encoding="utf-8"?>
<ds:datastoreItem xmlns:ds="http://schemas.openxmlformats.org/officeDocument/2006/customXml" ds:itemID="{E98C29FC-F10A-430D-A308-9D630ABC1500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55E19CA0-77BA-4C1B-84A7-42F1CCA1E6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bbe9e6-9c74-49d3-9850-c79d2789592c"/>
    <ds:schemaRef ds:uri="f7da5f40-6770-468f-ae67-58e904f24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294</Words>
  <Application>Microsoft Office PowerPoint</Application>
  <PresentationFormat>Benutzerdefiniert</PresentationFormat>
  <Paragraphs>65</Paragraphs>
  <Slides>12</Slides>
  <Notes>0</Notes>
  <HiddenSlides>2</HiddenSlides>
  <MMClips>1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Arial</vt:lpstr>
      <vt:lpstr>Bosch Office Sans</vt:lpstr>
      <vt:lpstr>Bosch Sans</vt:lpstr>
      <vt:lpstr>Bosch Sans Global</vt:lpstr>
      <vt:lpstr>Calibri</vt:lpstr>
      <vt:lpstr>Symbol</vt:lpstr>
      <vt:lpstr>Wingdings</vt:lpstr>
      <vt:lpstr>Bosch 2024</vt:lpstr>
      <vt:lpstr>Voice Assistent for Vehicles BCW 26’ Hackathon</vt:lpstr>
      <vt:lpstr>PowerPoint-Präsentation</vt:lpstr>
      <vt:lpstr>Problem Statement</vt:lpstr>
      <vt:lpstr>Solution</vt:lpstr>
      <vt:lpstr>High-Level Overview</vt:lpstr>
      <vt:lpstr>High-Level Overview</vt:lpstr>
      <vt:lpstr>Efficiency Gains</vt:lpstr>
      <vt:lpstr>Next Steps</vt:lpstr>
      <vt:lpstr>04</vt:lpstr>
      <vt:lpstr>Solution</vt:lpstr>
      <vt:lpstr>Program Flow</vt:lpstr>
      <vt:lpstr>Technical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Alfieri Luca Mattia (SO/SKX)</dc:creator>
  <cp:lastModifiedBy>Nicht Surfaer</cp:lastModifiedBy>
  <cp:revision>21</cp:revision>
  <dcterms:created xsi:type="dcterms:W3CDTF">2026-04-17T09:47:30Z</dcterms:created>
  <dcterms:modified xsi:type="dcterms:W3CDTF">2026-06-10T08:57:33Z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0x010100935D76E514B28C488A33B4193F8A5C13</vt:lpwstr>
  </property>
  <property fmtid="{D5CDD505-2E9C-101B-9397-08002B2CF9AE}" pid="9" name="MediaServiceImageTags">
    <vt:lpwstr/>
  </property>
</Properties>
</file>